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05" autoAdjust="0"/>
    <p:restoredTop sz="94726"/>
  </p:normalViewPr>
  <p:slideViewPr>
    <p:cSldViewPr snapToGrid="0" showGuides="1">
      <p:cViewPr varScale="1">
        <p:scale>
          <a:sx n="88" d="100"/>
          <a:sy n="88" d="100"/>
        </p:scale>
        <p:origin x="200" y="8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4B39240-3DD7-730C-8FAD-E6A26317D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FBBFB3B-9E8C-525C-A61B-D6B7FECDA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F2B61F-72A0-5E79-BD0E-69BB80B2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92676F3-D7CB-663E-655B-3B8D0D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726121-B0ED-F621-72EE-45D82D5A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721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B85FE8-2155-1CEB-C556-23B6F8A6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2EC02F-0B4E-ED2C-7F57-3DF42B11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7C6585-2869-A86F-9CA5-15ED6A3C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6427B2B-7130-3114-38BE-A96AF622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6D65819-248B-65C4-6CC4-AC9CEDB9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830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3C57CC-35FC-FD9F-ECA0-6F6CF5A4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F11BC98-C1E6-1D79-0258-4F0102A82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0051BA4-78D8-DAF9-3A09-4D9050B0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1F9FCD-BBF6-0249-CA0D-331D1331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138B2C-0FA9-CCCB-DD64-9026E1AF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861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D5E132-8424-5CB5-8E4A-6ABA8507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E6DBBEF-8D4A-7496-3F33-D94848E5A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691A22-471C-C530-7351-B20DBAF26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F211261-909C-480D-9B82-8A1CD736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21F2799-8096-A76B-471A-375C9681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405B477-87C7-E701-15DA-E1498CD6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270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1DE7DC-3722-D5AD-31F0-5A03BD0E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DB1E9D-6F81-DDC1-E4B5-AEC701B7D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EBA73A5-8F01-437E-6473-E3456FE26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E5EBF01-9FF3-72F9-ECF6-EF9553697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6C3EB10-A590-AAD9-819B-696DE2921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5596711-6638-44C1-D71E-923FFFF7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61C90E9-E56F-0E8E-00D8-E04B5F6A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FF69A7F-A54D-3EAE-D53C-41DB6419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0F659D-F4C1-ECB8-FF27-CBDCA2DC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B160696-AFAF-7D3F-1958-8228B132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13D1E91-0201-5CA4-4ADA-1A7F9D18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093C2CF-37FC-7A93-6D6C-A085DDD7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561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40B4B7D-8BD7-E450-A03A-6D3FA838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21DAD68-B23F-06AF-9DAB-2DA49BA3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E38C415-1A2E-E3C9-2DCD-13EF73C2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814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C13DCE-3BD6-722B-53C9-D8676068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33BCE6-DCD5-809A-5ED8-7D4F9812E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9C3A206-2394-775B-31AB-D4A6A7106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EA25A1F-C799-5582-BCBE-6F454872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C4F3CC0-EA4A-91CD-5D6C-523EAE58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4B5010A-107E-3218-4D15-4FC7A6C6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429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FC1209-FF07-686F-C8DB-3223563A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885DF0F-1A44-8644-6C29-5BEAEF427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10D14A-B405-0EA6-34EF-DEF5E21B9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63DFB48-A868-08DB-9518-3AABC7A5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2D48F9D-9FD0-B21E-B2FD-F59EEA65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238569B-D923-BA56-6BEA-EC80B546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5584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2317CC-1818-69E8-D0E1-FB774CF9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42F3EC3-3787-32F6-D545-96D0B84DD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BF6EDF6-67E1-7A67-A7C1-EFF6CB3F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0DD4CB-5B35-AA37-822D-3BFAA1D8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19C5B7A-EBFE-8FA3-356D-948AF2B7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008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9A8F8E8-AC97-2B33-2CC4-CDDD1C51B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95C8537-A109-47FD-DF40-D60732217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4145CE1-FAAE-0F58-0E60-7F02B81F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377BDC-32C7-CC38-6A5C-47A06D2E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74E890-3FD8-EB11-5F2F-D014B76F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354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4CD8E67-3E85-E805-693D-3048510A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FB1CC0E-2D19-FA1B-AA5C-B51EB7B53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1AE3B2A-CD95-9D43-0A04-C20FC9C9A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E5A11-BD97-4618-B914-A9CBA0B60DAD}" type="datetimeFigureOut">
              <a:rPr lang="he-IL" smtClean="0"/>
              <a:t>י"א.ניסן.תשפ"ו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87C8A8-26C7-DF9C-47C6-F4F4999DE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8D2AC3-1487-C870-BCE4-6407D3D74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64FE1-4B77-401D-AD34-64F3714D9D1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351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גרפיקה 8">
            <a:extLst>
              <a:ext uri="{FF2B5EF4-FFF2-40B4-BE49-F238E27FC236}">
                <a16:creationId xmlns:a16="http://schemas.microsoft.com/office/drawing/2014/main" id="{C268366E-DF46-A236-A42F-7B62E89E7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7954" y="2324437"/>
            <a:ext cx="1080578" cy="160399"/>
          </a:xfrm>
          <a:prstGeom prst="rect">
            <a:avLst/>
          </a:prstGeom>
        </p:spPr>
      </p:pic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85B342E3-53BF-F3BB-AED2-EEE88CD9FF00}"/>
              </a:ext>
            </a:extLst>
          </p:cNvPr>
          <p:cNvCxnSpPr/>
          <p:nvPr/>
        </p:nvCxnSpPr>
        <p:spPr>
          <a:xfrm flipV="1">
            <a:off x="11417861" y="-461966"/>
            <a:ext cx="0" cy="2946802"/>
          </a:xfrm>
          <a:prstGeom prst="line">
            <a:avLst/>
          </a:prstGeom>
          <a:ln w="190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690F4E2-ED51-ACB5-778B-635793231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5" y="0"/>
            <a:ext cx="5429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2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72566-568A-BF5B-CCA2-FF7EB0D0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גרפיקה 8">
            <a:extLst>
              <a:ext uri="{FF2B5EF4-FFF2-40B4-BE49-F238E27FC236}">
                <a16:creationId xmlns:a16="http://schemas.microsoft.com/office/drawing/2014/main" id="{727C9E6F-D2F7-8C25-EFA3-6D30CBA14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511" y="98595"/>
            <a:ext cx="1080578" cy="160399"/>
          </a:xfrm>
          <a:prstGeom prst="rect">
            <a:avLst/>
          </a:prstGeom>
        </p:spPr>
      </p:pic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B658E0AF-6FAE-FA6E-0871-6FF402864B48}"/>
              </a:ext>
            </a:extLst>
          </p:cNvPr>
          <p:cNvCxnSpPr>
            <a:cxnSpLocks/>
          </p:cNvCxnSpPr>
          <p:nvPr/>
        </p:nvCxnSpPr>
        <p:spPr>
          <a:xfrm flipV="1">
            <a:off x="11405830" y="1885619"/>
            <a:ext cx="0" cy="3396117"/>
          </a:xfrm>
          <a:prstGeom prst="line">
            <a:avLst/>
          </a:prstGeom>
          <a:ln w="190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0668818-CC10-C0AF-95BA-9050D4C93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340" y="999459"/>
            <a:ext cx="6264340" cy="48590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E7DE32-1E06-1C95-86E4-F84AB7C136A5}"/>
              </a:ext>
            </a:extLst>
          </p:cNvPr>
          <p:cNvSpPr txBox="1"/>
          <p:nvPr/>
        </p:nvSpPr>
        <p:spPr>
          <a:xfrm>
            <a:off x="7070772" y="1674673"/>
            <a:ext cx="40462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5400" dirty="0">
                <a:solidFill>
                  <a:schemeClr val="accent4"/>
                </a:solidFill>
                <a:cs typeface="+mj-cs"/>
              </a:rPr>
              <a:t>האומץ לספר </a:t>
            </a:r>
            <a:br>
              <a:rPr lang="en-US" sz="5400" dirty="0">
                <a:solidFill>
                  <a:schemeClr val="accent4"/>
                </a:solidFill>
                <a:cs typeface="+mj-cs"/>
              </a:rPr>
            </a:br>
            <a:r>
              <a:rPr lang="he-IL" sz="5400" dirty="0">
                <a:solidFill>
                  <a:schemeClr val="accent4"/>
                </a:solidFill>
                <a:cs typeface="+mj-cs"/>
              </a:rPr>
              <a:t>סיפור חדש</a:t>
            </a:r>
            <a:endParaRPr lang="en-IL" sz="5400" dirty="0">
              <a:solidFill>
                <a:schemeClr val="accent4"/>
              </a:solidFill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A4D10-056A-3FA6-6E5D-37A3BE6EA14C}"/>
              </a:ext>
            </a:extLst>
          </p:cNvPr>
          <p:cNvSpPr txBox="1"/>
          <p:nvPr/>
        </p:nvSpPr>
        <p:spPr>
          <a:xfrm>
            <a:off x="7683118" y="3428999"/>
            <a:ext cx="3433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000" dirty="0" err="1">
                <a:latin typeface="Greycliff Hebrew CF Light" pitchFamily="2" charset="-79"/>
                <a:cs typeface="Greycliff Hebrew CF Light" pitchFamily="2" charset="-79"/>
              </a:rPr>
              <a:t>פודקאסט</a:t>
            </a:r>
            <a:r>
              <a:rPr lang="he-IL" sz="2000" dirty="0">
                <a:latin typeface="Greycliff Hebrew CF Light" pitchFamily="2" charset="-79"/>
                <a:cs typeface="Greycliff Hebrew CF Light" pitchFamily="2" charset="-79"/>
              </a:rPr>
              <a:t> לייב עם דר </a:t>
            </a:r>
            <a:r>
              <a:rPr lang="he-IL" sz="2000" dirty="0" err="1">
                <a:latin typeface="Greycliff Hebrew CF Light" pitchFamily="2" charset="-79"/>
                <a:cs typeface="Greycliff Hebrew CF Light" pitchFamily="2" charset="-79"/>
              </a:rPr>
              <a:t>ולוהאריה</a:t>
            </a:r>
            <a:endParaRPr lang="en-IL" sz="2000" dirty="0">
              <a:latin typeface="Greycliff Hebrew CF Light" pitchFamily="2" charset="-79"/>
              <a:cs typeface="Greycliff Hebrew CF Light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ECF7D-8CD3-52BB-0E67-0714EFF097C7}"/>
              </a:ext>
            </a:extLst>
          </p:cNvPr>
          <p:cNvSpPr txBox="1"/>
          <p:nvPr/>
        </p:nvSpPr>
        <p:spPr>
          <a:xfrm>
            <a:off x="6993826" y="3878314"/>
            <a:ext cx="41232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800" dirty="0">
                <a:latin typeface="Greycliff Hebrew CF" pitchFamily="2" charset="-79"/>
                <a:cs typeface="Greycliff Hebrew CF" pitchFamily="2" charset="-79"/>
              </a:rPr>
              <a:t>״והגדת לבנך״ – מה אומרים</a:t>
            </a:r>
            <a:br>
              <a:rPr lang="en-US" sz="2800" dirty="0">
                <a:latin typeface="Greycliff Hebrew CF" pitchFamily="2" charset="-79"/>
                <a:cs typeface="Greycliff Hebrew CF" pitchFamily="2" charset="-79"/>
              </a:rPr>
            </a:br>
            <a:r>
              <a:rPr lang="he-IL" sz="2800" dirty="0">
                <a:latin typeface="Greycliff Hebrew CF" pitchFamily="2" charset="-79"/>
                <a:cs typeface="Greycliff Hebrew CF" pitchFamily="2" charset="-79"/>
              </a:rPr>
              <a:t> כשנגמרות המילים?</a:t>
            </a:r>
            <a:endParaRPr lang="en-IL" sz="2800" dirty="0">
              <a:latin typeface="Greycliff Hebrew CF" pitchFamily="2" charset="-79"/>
              <a:cs typeface="Greycliff Hebrew CF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9D3B3-1A8B-E327-5314-FEC270F94A21}"/>
              </a:ext>
            </a:extLst>
          </p:cNvPr>
          <p:cNvSpPr txBox="1"/>
          <p:nvPr/>
        </p:nvSpPr>
        <p:spPr>
          <a:xfrm>
            <a:off x="9039258" y="4881626"/>
            <a:ext cx="2077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000" dirty="0">
                <a:latin typeface="Greycliff Hebrew CF Light" pitchFamily="2" charset="-79"/>
                <a:cs typeface="Greycliff Hebrew CF Light" pitchFamily="2" charset="-79"/>
              </a:rPr>
              <a:t>יום שני 16/3 | 19:30</a:t>
            </a:r>
            <a:endParaRPr lang="en-IL" sz="2000" dirty="0">
              <a:latin typeface="Greycliff Hebrew CF Light" pitchFamily="2" charset="-79"/>
              <a:cs typeface="Greycliff Hebrew CF Ligh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153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ערכת נושא Office">
  <a:themeElements>
    <a:clrScheme name="מודול 2">
      <a:dk1>
        <a:srgbClr val="424C54"/>
      </a:dk1>
      <a:lt1>
        <a:srgbClr val="F7F1E7"/>
      </a:lt1>
      <a:dk2>
        <a:srgbClr val="BB7E62"/>
      </a:dk2>
      <a:lt2>
        <a:srgbClr val="BABECE"/>
      </a:lt2>
      <a:accent1>
        <a:srgbClr val="DBCBC0"/>
      </a:accent1>
      <a:accent2>
        <a:srgbClr val="88A6D1"/>
      </a:accent2>
      <a:accent3>
        <a:srgbClr val="7153BC"/>
      </a:accent3>
      <a:accent4>
        <a:srgbClr val="7885FA"/>
      </a:accent4>
      <a:accent5>
        <a:srgbClr val="FF9671"/>
      </a:accent5>
      <a:accent6>
        <a:srgbClr val="EE71F2"/>
      </a:accent6>
      <a:hlink>
        <a:srgbClr val="FEFFFF"/>
      </a:hlink>
      <a:folHlink>
        <a:srgbClr val="F8FFF4"/>
      </a:folHlink>
    </a:clrScheme>
    <a:fontScheme name="GREYCLIFF">
      <a:majorFont>
        <a:latin typeface="Greycliff Hebrew CF"/>
        <a:ea typeface=""/>
        <a:cs typeface="Greycliff Hebrew CF"/>
      </a:majorFont>
      <a:minorFont>
        <a:latin typeface="Narkiss Block Light"/>
        <a:ea typeface=""/>
        <a:cs typeface="Narkiss Block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27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Greycliff Hebrew CF</vt:lpstr>
      <vt:lpstr>Greycliff Hebrew CF Light</vt:lpstr>
      <vt:lpstr>Narkiss Block Light</vt:lpstr>
      <vt:lpstr>ערכת נושא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meiman</dc:creator>
  <cp:lastModifiedBy>דר בכר</cp:lastModifiedBy>
  <cp:revision>33</cp:revision>
  <dcterms:created xsi:type="dcterms:W3CDTF">2025-06-08T14:36:12Z</dcterms:created>
  <dcterms:modified xsi:type="dcterms:W3CDTF">2026-03-29T16:24:55Z</dcterms:modified>
</cp:coreProperties>
</file>